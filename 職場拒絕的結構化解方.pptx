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387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"/>
            <a:ext cx="16256000" cy="9067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E579530-2BD6-E813-7798-98413F7306BE}"/>
              </a:ext>
            </a:extLst>
          </p:cNvPr>
          <p:cNvSpPr/>
          <p:nvPr/>
        </p:nvSpPr>
        <p:spPr>
          <a:xfrm>
            <a:off x="8737600" y="2133600"/>
            <a:ext cx="6781800" cy="5715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自訂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西臺中(公)</cp:lastModifiedBy>
  <cp:revision>2</cp:revision>
  <dcterms:created xsi:type="dcterms:W3CDTF">2006-08-16T00:00:00Z</dcterms:created>
  <dcterms:modified xsi:type="dcterms:W3CDTF">2026-10-27T06:06:03Z</dcterms:modified>
</cp:coreProperties>
</file>